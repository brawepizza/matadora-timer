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5:42:20.4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2835 452 9830,'-9'-3'249,"1"1"-1,0-1 1,-1 1 0,1 0-1,-1 1 1,1 0 0,-17 1-1,1-1 539,-1871-37 12514,1699 38-12994,184 1-307,0 0 0,0 1 0,0 0 0,0 1 0,1 0 0,0 1 0,-1 0 0,1 1 0,-18 10 0,-7 7 0,-47 40 0,43-31 0,2-4 0,2 3 0,1 1 0,1 2 0,-43 54 0,62-66 0,1-1 0,1 2 0,1-1 0,1 2 0,1 0 0,1 0 0,1 0 0,1 1 0,1 1 0,-4 28 0,3 47 0,7 154 0,2-130 0,0-95 0,1 0 0,1 0 0,2-1 0,1 1 0,1-1 0,1 0 0,1-1 0,16 28 0,-5-15 0,1-1 0,2-1 0,2-1 0,46 50 0,-45-59 0,1 0 0,0-2 0,2-2 0,1 0 0,1-2 0,1-2 0,1 0 0,1-3 0,51 19 0,21-1 0,131 24 0,116 4 0,-228-43 0,751 122 0,-39-69 0,-3-73 0,-725-3-838,-1-5 1,115-23-1,-159 17 225,-1-3 0,-1-2 1,-1-3-1,102-52 0,519-303-7534,-664 365 8025,12-4-234,-1-2 1,0-2 0,43-37-1,-66 50 294,0 0 0,0 0 0,-1-1 0,0 1 0,0-1 0,-1-1 0,0 1 0,0-1 0,-1 0 0,0 0 0,-1 0 0,0-1 0,0 1 0,-1-1 0,-1 1 0,1-1 0,-1-17 0,-3-6 62,-1 0 0,-2 0 0,-2 1 0,0 0 0,-2 0 0,-2 0 0,-1 2 0,-1-1 0,-1 2 0,-2 0 0,-1 0 0,-1 2 0,-2 0 0,0 1 0,-26-24 0,-10-4 0,-2 3 0,-2 2 0,-2 3 0,-2 2 0,-99-49 0,-538-221 0,-30 57 0,381 145 1836,-529-98 0,643 172-743,-3 11-1,0 10 0,-304 17 1,456 5 314,-160 31-1,210-27-1157,2 1-1,-1 1 0,1 2 0,1 2 0,1 1 0,0 1 1,-31 23-1,37-20-184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5:42:21.4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5:42:21.83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5:53:43.06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2093 50 9830,'-6'-4'127,"0"1"1,-1-1-1,1 1 0,-1 0 0,0 1 1,0 0-1,0 0 0,0 0 0,0 1 1,-8-1-1,-2-1 182,-37-5 421,0 2 0,0 2 1,0 3-1,-1 2 0,1 3 0,0 2 0,0 2 0,1 3 1,-94 31-1,6 11 1359,3 5 0,-169 99 0,234-116-1682,-114 82 1,161-103-372,2 1 1,0 2-1,1 0 0,1 1 1,1 2-1,2 0 0,-24 40 1,-30 61-37,39-74 0,2 2 0,3 1 0,3 2 0,-25 77 0,32-68 0,4 1 0,2 1 0,3 1 0,-1 105 0,11 18 0,4 162 0,-2-318 0,3 0 0,1-1 0,1 0 0,16 45 0,61 137 0,-44-135 0,63 99 0,-13-29 0,-72-123 0,2-2 0,1 0 0,1-2 0,30 29 0,-24-26 0,-1 2 0,32 46 0,68 90 0,-113-152 0,0 0 0,2-1 0,0 0 0,0-2 0,36 22 0,100 40 0,-93-47 0,8 1 0,0-3 0,2-3 0,111 20 0,219 13 0,334-38 0,-486-19 0,384 40 0,-4 58 0,261 32 0,-490-94 0,-86-9 0,723 0 0,-689-28 0,889 3 0,-941 14 0,10 1 0,879-17 0,-1114 0-250,1-3 1,0-4 0,74-18 0,201-69-1529,-89 22 1027,836-263-6028,-723 208 5009,177-95 3903,-517 211-2302,0-2 1,-2-2 0,0 0 0,0-2 0,-2 0-1,-1-2 1,40-43 0,-44 45-105,1 1 0,0 2 0,1 0 0,1 1 0,34-16 0,13-9-177,-2-3 93,-1-3 0,62-56 1,-107 83 251,-1-2 0,-1 0 0,-1-1 0,-1-1 0,-1-1 0,0-1 0,-2 0 0,-2-1 0,14-32 0,51-120-568,-36 88 458,-38 80 215,-1-1 0,0 0 0,-1 0 0,0 0 0,-1 0 0,0 0 0,0 0 0,-2 0 0,1 0 0,-1 0 0,-1 0 0,0 0 0,0 0 0,-1 0 0,-1 0 0,0 1 0,-8-17 0,-4-3 0,0 1 0,-2 0 0,-2 2 0,-36-43 0,-19-13 0,-3 3 0,-3 3 0,-137-99 0,87 90 0,-4 5 0,-3 6 0,-4 6 0,-2 7 0,-170-49 0,-805-158 2300,1020 249-2214,-1196-213-937,1250 227 1223,-467-69 3582,177 2-4974,-34-30-337,-292-71-1565,524 146 4335,-1 7 0,-269-7 0,-798 35 10125,-71 77-11493,1129-67-45,-285 16 0,22-19 0,-24 0 0,14-1 0,-336-1 0,497-14 0,223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5T07:04:58.42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2519 1 9830,'-317'15'8517,"-143"42"-2773,419-51-5123,-1450 261 881,1483-265-1502,2-2 0,0 1 0,0 1 0,1-1 0,-1 1 0,1 0 0,-1 0 0,-6 4 0,9-3 0,1-1 0,0 0 0,0 1 0,0-1 0,0 1 0,1-1 0,-1 1 0,1 0 0,0 0 0,-1 0 0,1 0 0,1 0 0,-1 0 0,0 0 0,0 4 0,-48 183 0,29-122 0,3 0 0,-12 96 0,18-18 0,16 273 0,0-372 0,2-1 0,3 0 0,1-1 0,33 85 0,96 162 0,0 0 0,-78-141 0,126 220 0,-143-297 0,4-2 0,2-2 0,4-2 0,102 97 0,-112-118 0,-2 1 0,43 63 0,-56-68 0,2-2 0,2-1 0,1-1 0,56 45 0,110 48 0,-78-56 0,-87-52 0,2-1 0,0-2 0,2-2 0,0-1 0,47 13 0,455 137 0,-395-131 0,169 21 0,-87-19 0,-155-25 0,647 103 0,36-101 0,-468-20 0,449 6 0,540-5 0,-1217 2-490,1-3 1,-1-3-1,0-2 1,71-20 0,-104 20 204,0 0 1,0-2-1,-1-1 1,0-2-1,-2 0 1,1-2-1,-2 0 0,0-2 1,-1-1-1,37-39 1,98-126-2230,96-104-810,-203 233 2703,-3-3-1,-3-2 1,-2-1 0,-3-3 0,-3-1 0,-2-2 0,38-106 0,-45 93 621,20-95 0,-38 110 0,-3 0 0,-3 0 0,-7-106 0,0 58 0,3 30 0,-7-132 0,5 190 0,-2 0 0,-1 1 0,-1-1 0,-2 1 0,0 1 0,-18-37 0,-9-2 0,-3 2 0,-2 2 0,-3 1 0,-78-79 0,75 94 0,-1 2 0,-2 2 0,-2 3 0,-1 1 0,-1 3 0,-94-39 0,9 16 0,-233-59 0,-425-52 1243,-19 41 964,312 50-1358,-26-25-1689,109 18 2800,-114-17-1337,3-37-2503,-23 2-1290,-3 45 1937,389 63 1520,-83-9 168,178 25-410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9AB5B7-490A-21F3-6547-B15D6B00E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F73E3F-B2B9-A1A4-A552-A44236C69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07BF72-314E-CEC0-AB7A-D34BD8860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76B6-2D20-45F4-AB4A-1E3660519FC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95A7B5-B497-5FBF-00C6-544ACAE0A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701747-8418-C51D-B5D0-D65B76F1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C941-6E2B-4BC3-B26E-74AB197B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311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074CDA-1D80-13CF-5D6C-D85DEB642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F85E0E-AC6B-D137-F986-0FF9E02BB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3ECDCA-2654-6423-1263-9B1E46A38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76B6-2D20-45F4-AB4A-1E3660519FC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64EEA3-69C1-FEF4-02D7-298E2F19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0257F8-EFA1-5E04-BF16-83D9468FB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C941-6E2B-4BC3-B26E-74AB197B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88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89A280-3359-41EC-6BF6-9EE4BBFC6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224097-058E-DCD7-6712-91E158CF7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C108A2-65F3-00E3-1D39-87646C1FB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76B6-2D20-45F4-AB4A-1E3660519FC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D60112-1E68-866F-294A-C0C5F363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9F7F38-301A-351E-0FAD-0521C3AC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C941-6E2B-4BC3-B26E-74AB197B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31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B2474-91D3-F4FC-1E40-C0EEC071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8A3A83-1D26-7B2A-5AB1-DC7D629D96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6AD6BC-5CC3-D43E-0EAE-0A45F63A9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2A977B-5E1E-3527-97A7-8324EAB65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76B6-2D20-45F4-AB4A-1E3660519FC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45D9EE-B444-8827-A072-F99E9D601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CA2BDB-E514-BBA4-F182-536CB7280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C941-6E2B-4BC3-B26E-74AB197B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20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3E135-18C7-838F-F543-EA11B0F70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D5550A-21C7-55A7-CB33-12164C97A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C7A6E0-5456-1107-FB82-2F148C0E7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702D38F-5BD3-B119-7985-005EBE7D1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431D9A-72EE-B6CB-CD5D-1A6EAC8F18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1E745E7-E9A8-B81A-1C99-C07887E6E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76B6-2D20-45F4-AB4A-1E3660519FC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37F8E16-4C3C-C054-5488-677965AEC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286585A-DE27-16C4-431E-53A04BAD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C941-6E2B-4BC3-B26E-74AB197B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914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48C2E-52A2-7590-4169-57DB7CAE7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3456CA-AB42-AF38-51D8-A493DD9D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76B6-2D20-45F4-AB4A-1E3660519FC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5DAF88-BF3E-A001-DAF0-E88E90419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0BABC9-DAA4-7DEC-B62E-651DE578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C941-6E2B-4BC3-B26E-74AB197B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994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757006-B85A-F289-022D-C0CD52E4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76B6-2D20-45F4-AB4A-1E3660519FC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4C0227B-A642-7D0A-07CA-BE53BA291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6B2965A-21ED-335E-189F-7E791E70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C941-6E2B-4BC3-B26E-74AB197B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354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652570-781F-A688-9FBB-CCCB918D9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2CC173-D70C-377A-EF2F-E1575418E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510139-1D57-121B-2C8B-531210278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391BED-2383-5EA2-E292-341DE9D3F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76B6-2D20-45F4-AB4A-1E3660519FC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86E2A8-55A7-3039-D215-9613935D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CA6655-F268-E096-BB9B-FC956BC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C941-6E2B-4BC3-B26E-74AB197B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33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CC04C-CE0C-00E0-B21C-545612693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A3EB6D-C6AD-DE8A-7E3D-4912869C5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2A8348-648A-426E-63AC-2730A2CA1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DE9172-F277-17C3-4E25-F882134BE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76B6-2D20-45F4-AB4A-1E3660519FC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6EDDC1-CC43-EF40-FECE-E720BAD9C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27DF12-B480-E2FB-0D29-830D999D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C941-6E2B-4BC3-B26E-74AB197B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050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3E9C1-D82D-67ED-363D-F1DB60A07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E0176B-233C-D17F-92DE-A1810ED7D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A20D0B-5E89-9BD8-56F9-EBD6D2BB6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76B6-2D20-45F4-AB4A-1E3660519FC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987DA8-4389-FF4F-0C7D-CCE05EBC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3140C7-6F74-70B2-5EC9-CAD508553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C941-6E2B-4BC3-B26E-74AB197B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67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90220BB-ED37-9E8A-B195-5ACA6EA75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4D3077-74EF-0276-E06D-0D2E25451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7DFE0F-0742-C56A-0CE8-C8988C7B9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E76B6-2D20-45F4-AB4A-1E3660519FC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9987DF-9806-1B4B-DFAB-76C54FAFD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E8BE88-E20C-B4CA-03BF-BBEE8C32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C941-6E2B-4BC3-B26E-74AB197B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531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E06AD2-9010-9AF9-D62B-EFF2A6D3E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5AB784-92CE-EA96-3821-C8A4BA5A5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88E079-B0D4-275F-06AE-9DB23E2118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4E76B6-2D20-45F4-AB4A-1E3660519FCC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D9A790-1EA1-67FB-4333-41847FE6E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B74F99-083C-3BB8-90BF-63107DB88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BC941-6E2B-4BC3-B26E-74AB197B2A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7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756EE-6E75-DE17-0D6A-02A9A91E1C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Таймер </a:t>
            </a:r>
            <a:r>
              <a:rPr lang="ru-RU" dirty="0" err="1"/>
              <a:t>Помодоро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F4985B-EB53-B1CC-871F-1053AB8FFF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Для маленьких детей и их больших родителей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705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7F555-F2F3-9057-8FF9-B39357EA4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Таймер </a:t>
            </a:r>
            <a:r>
              <a:rPr lang="ru-RU" dirty="0" err="1"/>
              <a:t>Помодоро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B5C92E-DBCE-1B0A-95DE-BD6B5C6A1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это популярная техника тайм-менеджмента, которая помогает сфокусироваться и избежать выгорания. Базовый цикл длится 35 минут: </a:t>
            </a:r>
            <a:r>
              <a:rPr lang="ru-RU" b="1" dirty="0"/>
              <a:t>25 минут работы</a:t>
            </a:r>
            <a:r>
              <a:rPr lang="ru-RU" dirty="0"/>
              <a:t> без отвлечений и </a:t>
            </a:r>
            <a:r>
              <a:rPr lang="ru-RU" b="1" dirty="0"/>
              <a:t>5 минут отдыха</a:t>
            </a:r>
            <a:r>
              <a:rPr lang="ru-RU" dirty="0"/>
              <a:t>. После 4 таких подходов делается длинный перерыв на 15–30 минут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89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E698E-4CA1-FB73-A8EF-0FF34760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🍅 Как правильно работать по методу: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44C1EE-6359-8C05-8627-AED32CC08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Выберите одну задачу, которую нужно сделать.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Запустите таймер на 25 минут и работайте только над ней.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Сделайте короткий перерыв (5 минут) — отвлекитесь от монитора, выпейте воды или разомнитесь.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Повторяйте шаги 2 и 3.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После каждого 4-го «помидора» сделайте длинный перерыв (20–30 минут), чтобы восстановить силы.</a:t>
            </a:r>
          </a:p>
        </p:txBody>
      </p:sp>
    </p:spTree>
    <p:extLst>
      <p:ext uri="{BB962C8B-B14F-4D97-AF65-F5344CB8AC3E}">
        <p14:creationId xmlns:p14="http://schemas.microsoft.com/office/powerpoint/2010/main" val="1363311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054472-CA0B-3AFA-B673-F7786D9D6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75" y="347018"/>
            <a:ext cx="10955448" cy="1325563"/>
          </a:xfrm>
        </p:spPr>
        <p:txBody>
          <a:bodyPr/>
          <a:lstStyle/>
          <a:p>
            <a:r>
              <a:rPr lang="ru-RU" dirty="0"/>
              <a:t>Я реализовал таймер по методике </a:t>
            </a:r>
            <a:r>
              <a:rPr lang="ru-RU" dirty="0" err="1"/>
              <a:t>Помадоро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6C85A37-76A4-9B6B-C113-D05CF41D1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5874" y="1825625"/>
            <a:ext cx="59402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31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C6C9C-ED52-2179-856C-596E1E9A8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014" y="250020"/>
            <a:ext cx="5257800" cy="1325563"/>
          </a:xfrm>
        </p:spPr>
        <p:txBody>
          <a:bodyPr/>
          <a:lstStyle/>
          <a:p>
            <a:r>
              <a:rPr lang="ru-RU" dirty="0"/>
              <a:t>Что делают кнопки? </a:t>
            </a: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FF480273-673B-CE34-8522-1BE0D41CA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560" y="1414956"/>
            <a:ext cx="5940251" cy="43513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61E35CC9-6D64-9B0B-DABE-82FC84B74227}"/>
                  </a:ext>
                </a:extLst>
              </p14:cNvPr>
              <p14:cNvContentPartPr/>
              <p14:nvPr/>
            </p14:nvContentPartPr>
            <p14:xfrm>
              <a:off x="6922140" y="3108585"/>
              <a:ext cx="2083320" cy="964080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61E35CC9-6D64-9B0B-DABE-82FC84B742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04500" y="3090945"/>
                <a:ext cx="2118960" cy="9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Рукописный ввод 17">
                <a:extLst>
                  <a:ext uri="{FF2B5EF4-FFF2-40B4-BE49-F238E27FC236}">
                    <a16:creationId xmlns:a16="http://schemas.microsoft.com/office/drawing/2014/main" id="{41A1DAB6-66D2-34D2-A784-F329B01C882B}"/>
                  </a:ext>
                </a:extLst>
              </p14:cNvPr>
              <p14:cNvContentPartPr/>
              <p14:nvPr/>
            </p14:nvContentPartPr>
            <p14:xfrm>
              <a:off x="4295400" y="1028505"/>
              <a:ext cx="360" cy="360"/>
            </p14:xfrm>
          </p:contentPart>
        </mc:Choice>
        <mc:Fallback xmlns="">
          <p:pic>
            <p:nvPicPr>
              <p:cNvPr id="18" name="Рукописный ввод 17">
                <a:extLst>
                  <a:ext uri="{FF2B5EF4-FFF2-40B4-BE49-F238E27FC236}">
                    <a16:creationId xmlns:a16="http://schemas.microsoft.com/office/drawing/2014/main" id="{41A1DAB6-66D2-34D2-A784-F329B01C882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77760" y="10105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E0FAC603-3E0A-6213-893C-82AB8E3FA48D}"/>
                  </a:ext>
                </a:extLst>
              </p14:cNvPr>
              <p14:cNvContentPartPr/>
              <p14:nvPr/>
            </p14:nvContentPartPr>
            <p14:xfrm>
              <a:off x="1790160" y="2314425"/>
              <a:ext cx="360" cy="360"/>
            </p14:xfrm>
          </p:contentPart>
        </mc:Choice>
        <mc:Fallback xmlns=""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E0FAC603-3E0A-6213-893C-82AB8E3FA48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72520" y="2296425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6AD33407-0942-4959-244B-2EE5D0FBBF43}"/>
              </a:ext>
            </a:extLst>
          </p:cNvPr>
          <p:cNvSpPr txBox="1"/>
          <p:nvPr/>
        </p:nvSpPr>
        <p:spPr>
          <a:xfrm>
            <a:off x="321014" y="1815923"/>
            <a:ext cx="424954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СТАРТ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Запускает таймер</a:t>
            </a:r>
          </a:p>
          <a:p>
            <a:endParaRPr lang="ru-RU" dirty="0"/>
          </a:p>
          <a:p>
            <a:r>
              <a:rPr lang="ru-RU" dirty="0"/>
              <a:t>СБРОС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Сбрасывает таймер</a:t>
            </a:r>
            <a:br>
              <a:rPr lang="ru-RU" dirty="0"/>
            </a:br>
            <a:br>
              <a:rPr lang="ru-RU" dirty="0"/>
            </a:br>
            <a:r>
              <a:rPr lang="en-US" dirty="0"/>
              <a:t>JSON:</a:t>
            </a:r>
            <a:br>
              <a:rPr lang="en-US" dirty="0"/>
            </a:br>
            <a:r>
              <a:rPr lang="ru-RU" dirty="0"/>
              <a:t>Импортирует историю в формате </a:t>
            </a:r>
            <a:r>
              <a:rPr lang="en-US" dirty="0"/>
              <a:t>JSON</a:t>
            </a:r>
            <a:endParaRPr lang="ru-RU" dirty="0"/>
          </a:p>
          <a:p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18A37DA-E823-0EF2-E236-8162E51EACE0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4000"/>
          </a:blip>
          <a:stretch>
            <a:fillRect/>
          </a:stretch>
        </p:blipFill>
        <p:spPr>
          <a:xfrm>
            <a:off x="3601914" y="3293606"/>
            <a:ext cx="1232875" cy="123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218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97505-10B9-B5C5-CD5E-7B4579F24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298450"/>
            <a:ext cx="5372100" cy="1325563"/>
          </a:xfrm>
        </p:spPr>
        <p:txBody>
          <a:bodyPr/>
          <a:lstStyle/>
          <a:p>
            <a:r>
              <a:rPr lang="ru-RU" dirty="0"/>
              <a:t>Что за                   ?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134008A-B1E3-5C6D-DCAB-FC226D5101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3549" y="1968500"/>
            <a:ext cx="5940251" cy="435133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EE145F-89B3-4016-BCB5-6A50F2E07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699133"/>
            <a:ext cx="1771650" cy="5241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923AB5-7570-62BF-F131-793640766AA9}"/>
              </a:ext>
            </a:extLst>
          </p:cNvPr>
          <p:cNvSpPr txBox="1"/>
          <p:nvPr/>
        </p:nvSpPr>
        <p:spPr>
          <a:xfrm>
            <a:off x="257175" y="1624013"/>
            <a:ext cx="45053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РАБОТА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Показывает время до перерыва</a:t>
            </a:r>
            <a:br>
              <a:rPr lang="en-US" dirty="0"/>
            </a:br>
            <a:br>
              <a:rPr lang="en-US" dirty="0"/>
            </a:br>
            <a:r>
              <a:rPr lang="ru-RU" dirty="0"/>
              <a:t>ОТДЫХ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Время до отдыха</a:t>
            </a:r>
            <a:br>
              <a:rPr lang="en-US" dirty="0"/>
            </a:br>
            <a:endParaRPr lang="ru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Рукописный ввод 9">
                <a:extLst>
                  <a:ext uri="{FF2B5EF4-FFF2-40B4-BE49-F238E27FC236}">
                    <a16:creationId xmlns:a16="http://schemas.microsoft.com/office/drawing/2014/main" id="{60D0E699-4600-EFF1-6746-B0714E90B777}"/>
                  </a:ext>
                </a:extLst>
              </p14:cNvPr>
              <p14:cNvContentPartPr/>
              <p14:nvPr/>
            </p14:nvContentPartPr>
            <p14:xfrm>
              <a:off x="5456730" y="2696385"/>
              <a:ext cx="5086440" cy="1552320"/>
            </p14:xfrm>
          </p:contentPart>
        </mc:Choice>
        <mc:Fallback xmlns="">
          <p:pic>
            <p:nvPicPr>
              <p:cNvPr id="10" name="Рукописный ввод 9">
                <a:extLst>
                  <a:ext uri="{FF2B5EF4-FFF2-40B4-BE49-F238E27FC236}">
                    <a16:creationId xmlns:a16="http://schemas.microsoft.com/office/drawing/2014/main" id="{60D0E699-4600-EFF1-6746-B0714E90B7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38730" y="2678385"/>
                <a:ext cx="5122080" cy="158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6289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88A22-C583-4B55-48B7-1D6C85F59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5B61F4-E889-18B4-2416-B800A3C1F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298450"/>
            <a:ext cx="5372100" cy="1325563"/>
          </a:xfrm>
        </p:spPr>
        <p:txBody>
          <a:bodyPr/>
          <a:lstStyle/>
          <a:p>
            <a:r>
              <a:rPr lang="ru-RU" dirty="0"/>
              <a:t>Что за настройки?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3FA4C44-5D44-5D7E-A416-A8208C4B4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3550" y="1863419"/>
            <a:ext cx="5940251" cy="435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A0A346-889E-102D-E5A0-C6896BD58450}"/>
              </a:ext>
            </a:extLst>
          </p:cNvPr>
          <p:cNvSpPr txBox="1"/>
          <p:nvPr/>
        </p:nvSpPr>
        <p:spPr>
          <a:xfrm>
            <a:off x="392977" y="1674674"/>
            <a:ext cx="4505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РАБОТА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Время работы</a:t>
            </a:r>
            <a:br>
              <a:rPr lang="en-US" dirty="0"/>
            </a:br>
            <a:br>
              <a:rPr lang="en-US" dirty="0"/>
            </a:br>
            <a:r>
              <a:rPr lang="ru-RU" dirty="0"/>
              <a:t>КОРОТКИЙ ОТДЫХ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Время отдыха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ДЛИННЫЙ ПЕРЕРЫВ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Длинный перерыв после нескольких помидорок</a:t>
            </a:r>
          </a:p>
          <a:p>
            <a:br>
              <a:rPr lang="en-US" dirty="0"/>
            </a:br>
            <a:r>
              <a:rPr lang="ru-RU" dirty="0"/>
              <a:t>ПОМИДОРОВ ДО ДЛИННОГО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Сколько помидорок надо до длинного перерыва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5715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F0D94-4A13-4AAA-F2BF-FEEC61C99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726C8-03BF-9472-9651-80CCA1AE8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298450"/>
            <a:ext cx="5372100" cy="1325563"/>
          </a:xfrm>
        </p:spPr>
        <p:txBody>
          <a:bodyPr/>
          <a:lstStyle/>
          <a:p>
            <a:r>
              <a:rPr lang="ru-RU" dirty="0"/>
              <a:t>Что за статистика?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CF81E5C-8585-7C0E-2872-7D73C7AC0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653" y="1868457"/>
            <a:ext cx="5940251" cy="435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483C38-EFA3-C491-EDBF-15431BD7CDF6}"/>
              </a:ext>
            </a:extLst>
          </p:cNvPr>
          <p:cNvSpPr txBox="1"/>
          <p:nvPr/>
        </p:nvSpPr>
        <p:spPr>
          <a:xfrm>
            <a:off x="257175" y="2013312"/>
            <a:ext cx="45053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СТАТИСТИКА</a:t>
            </a:r>
            <a:r>
              <a:rPr lang="en-US" dirty="0"/>
              <a:t>:</a:t>
            </a:r>
            <a:br>
              <a:rPr lang="ru-RU" dirty="0"/>
            </a:br>
            <a:br>
              <a:rPr lang="en-US" dirty="0"/>
            </a:br>
            <a:r>
              <a:rPr lang="ru-RU" dirty="0"/>
              <a:t>Сколько всего пройдено 25 минутных помидорок</a:t>
            </a:r>
            <a:br>
              <a:rPr lang="ru-RU" dirty="0"/>
            </a:br>
            <a:r>
              <a:rPr lang="ru-RU" dirty="0"/>
              <a:t>Сколько всего помидорок конвертированные в минуты</a:t>
            </a:r>
            <a:br>
              <a:rPr lang="en-US" dirty="0"/>
            </a:br>
            <a:endParaRPr lang="ru-RU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Рукописный ввод 8">
                <a:extLst>
                  <a:ext uri="{FF2B5EF4-FFF2-40B4-BE49-F238E27FC236}">
                    <a16:creationId xmlns:a16="http://schemas.microsoft.com/office/drawing/2014/main" id="{DC787853-3744-9606-BDA9-1B803C43C93F}"/>
                  </a:ext>
                </a:extLst>
              </p14:cNvPr>
              <p14:cNvContentPartPr/>
              <p14:nvPr/>
            </p14:nvContentPartPr>
            <p14:xfrm>
              <a:off x="5340023" y="4109985"/>
              <a:ext cx="3109680" cy="1649520"/>
            </p14:xfrm>
          </p:contentPart>
        </mc:Choice>
        <mc:Fallback>
          <p:pic>
            <p:nvPicPr>
              <p:cNvPr id="9" name="Рукописный ввод 8">
                <a:extLst>
                  <a:ext uri="{FF2B5EF4-FFF2-40B4-BE49-F238E27FC236}">
                    <a16:creationId xmlns:a16="http://schemas.microsoft.com/office/drawing/2014/main" id="{DC787853-3744-9606-BDA9-1B803C43C9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22023" y="4092345"/>
                <a:ext cx="3145320" cy="168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5510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98193-5955-1F0F-4A69-8A6D64C09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9524EA-0002-2DC8-3C9F-3CD7D998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298450"/>
            <a:ext cx="5372100" cy="1325563"/>
          </a:xfrm>
        </p:spPr>
        <p:txBody>
          <a:bodyPr/>
          <a:lstStyle/>
          <a:p>
            <a:r>
              <a:rPr lang="ru-RU" dirty="0"/>
              <a:t>Что за статистика?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1A17AD5-A289-5AED-00BC-940175715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653" y="1868457"/>
            <a:ext cx="5940251" cy="435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262BE0-E56E-3135-3F3A-54808251151D}"/>
              </a:ext>
            </a:extLst>
          </p:cNvPr>
          <p:cNvSpPr txBox="1"/>
          <p:nvPr/>
        </p:nvSpPr>
        <p:spPr>
          <a:xfrm>
            <a:off x="257175" y="2013312"/>
            <a:ext cx="4505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ИСТОРИЯ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ru-RU" dirty="0"/>
              <a:t>Отображение пройденных помидорок с датой </a:t>
            </a:r>
            <a:r>
              <a:rPr lang="ru-RU"/>
              <a:t>и количеством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32954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242</Words>
  <Application>Microsoft Office PowerPoint</Application>
  <PresentationFormat>Широкоэкранный</PresentationFormat>
  <Paragraphs>26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Таймер Помодоро</vt:lpstr>
      <vt:lpstr>Таймер Помодоро</vt:lpstr>
      <vt:lpstr>🍅 Как правильно работать по методу: </vt:lpstr>
      <vt:lpstr>Я реализовал таймер по методике Помадоро</vt:lpstr>
      <vt:lpstr>Что делают кнопки? </vt:lpstr>
      <vt:lpstr>Что за                   ?</vt:lpstr>
      <vt:lpstr>Что за настройки?</vt:lpstr>
      <vt:lpstr>Что за статистика?</vt:lpstr>
      <vt:lpstr>Что за статистика?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2</cp:revision>
  <dcterms:created xsi:type="dcterms:W3CDTF">2026-06-15T05:37:18Z</dcterms:created>
  <dcterms:modified xsi:type="dcterms:W3CDTF">2026-06-15T07:11:31Z</dcterms:modified>
</cp:coreProperties>
</file>